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to Present Your SOL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/>
              <a:t>A step-by-step guide based on the GEESP-Angola project and SOL.tex manuscript.</a:t>
            </a:r>
          </a:p>
          <a:p>
            <a:pPr/>
            <a:r>
              <a:rPr sz="1800"/>
              <a:t>Presenter: [Your Name]</a:t>
            </a:r>
          </a:p>
          <a:p>
            <a:pPr/>
            <a:r>
              <a:rPr sz="1800"/>
              <a:t>Affiliation: [Your Institution]</a:t>
            </a:r>
          </a:p>
          <a:p>
            <a:pPr/>
            <a:r>
              <a:rPr sz="1800"/>
              <a:t>Date: [Presentation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Why is rural electrification in Angola important?</a:t>
            </a:r>
          </a:p>
          <a:p>
            <a:pPr/>
            <a:r>
              <a:rPr sz="1800"/>
              <a:t>Key statistics: electrification rates, SDG7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What is GEESP-Angola?</a:t>
            </a:r>
          </a:p>
          <a:p>
            <a:pPr/>
            <a:r>
              <a:rPr sz="1800"/>
              <a:t>What gap does it fill?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MCDA-GIS, AHP, and LCOE explained</a:t>
            </a:r>
          </a:p>
          <a:p>
            <a:pPr/>
            <a:r>
              <a:rPr sz="1800"/>
              <a:t>[Insert flowchart of your framework]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and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Data layers and criteria used</a:t>
            </a:r>
          </a:p>
          <a:p>
            <a:pPr/>
            <a:r>
              <a:rPr sz="1800"/>
              <a:t>[Insert table or icons for each criterion]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Selection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How were sites prioritized? (weighted overlay, clustering)</a:t>
            </a:r>
          </a:p>
          <a:p>
            <a:pPr/>
            <a:r>
              <a:rPr sz="1800"/>
              <a:t>[Insert map of study area with priority zones]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Key findings: 3 priority zones, LCOE estimates</a:t>
            </a:r>
          </a:p>
          <a:p>
            <a:pPr/>
            <a:r>
              <a:rPr sz="1800"/>
              <a:t>[Insert charts, maps, or summary tables]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Model validation methods</a:t>
            </a:r>
          </a:p>
          <a:p>
            <a:pPr/>
            <a:r>
              <a:rPr sz="1800"/>
              <a:t>Projected impacts: health, education, economy</a:t>
            </a:r>
          </a:p>
          <a:p>
            <a:pPr/>
            <a:r>
              <a:rPr sz="1800"/>
              <a:t>[Insert before/after or impact infographics]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Mitigation and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How does your approach address common project risks?</a:t>
            </a:r>
          </a:p>
          <a:p>
            <a:pPr/>
            <a:r>
              <a:rPr sz="1800"/>
              <a:t>[Insert risk matrix or checklist]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and Replicability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How can this be scaled or replicated elsewhere?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Main takeaways and next steps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