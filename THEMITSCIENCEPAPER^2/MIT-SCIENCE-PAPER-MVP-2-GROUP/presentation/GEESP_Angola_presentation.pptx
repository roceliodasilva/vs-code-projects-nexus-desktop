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GEESP-Angola: Geospatial Prioritization for Community Solar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Huíla Province — Executive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Background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\textbf{Metodological Innovation:} Novel integrated application (in Angola) of MCDA-GIS with AHP and systematic field validation protocols for community solar siting, incorporating technical, socioeconomic, and equity criteria with quantified robustness testing (sensitivity analysis ±20\% weight variation).</a:t>
            </a:r>
          </a:p>
          <a:p>
            <a:pPr/>
            <a:r>
              <a:t>\textbf{Significant Potential Impact:} Framework identifies 3 priority zones with capacity to electrify 95,000+ people; full-system LCOE (including batteries and last‑mile distribution) is estimated at USD 0.24–0.35/kWh (competitive vs diesel USD 0.35–0.45/kWh).</a:t>
            </a:r>
          </a:p>
          <a:p>
            <a:pPr/>
            <a:r>
              <a:t>\textbf{Reproducibility and Scalability:} Open-source implementation (Python/QGIS), public-use data (Google Earth Engine, Sentinel-2, VIIRS), fully documented protocols and code repositories enabling application to other Angolan provinces and Southern African contexts with similar electrification gaps.</a:t>
            </a:r>
          </a:p>
          <a:p>
            <a:pPr/>
            <a:r>
              <a:t>\textbf{Evidence for Investment:} Reduces site-selection risk by 40–50\% with geospatially explicit data. Results provide evidence base for multilateral financing proposals (AfDB, World Bank, Green Climate Fund) and support informed policy implementation decisions.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Figures &amp; Maps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Include maps and top-ranked zone maps (Cacula, Humpata, Quilengues). Insert exported figures from the repository's figures/ or data/ folders.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1) Prioritize Phase I (Cacula 2026–2027) as proof-of-concept.</a:t>
            </a:r>
          </a:p>
          <a:p>
            <a:r>
              <a:t>2) Prepare field validation protocol and fundraise (USD 50M program).</a:t>
            </a:r>
          </a:p>
          <a:p>
            <a:r>
              <a:t>3) Package code and data for reproducible transfer to partners.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