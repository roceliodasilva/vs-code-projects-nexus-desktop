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Foque em comunicar valor: reduzir esforço de submissão e aumentar reprodutibilidade.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onde encontrar exemplos, scripts de processamento e guias rápidos.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um exemplo prático (p.ex., pipeline que gera mapas e relatórios).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Ofereça ajuda para rodar localmente e mostre onde estão os dados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Enfatize ganhos em eficiência e qualidade da submissão.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Atribua responsáveis e prazos para cada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Indique o canal preferido para dúvidas (issues, e-mail, Slack).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# Apresentação do Projeto — MIT Science Paper MVP-2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1 —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Plataforma integrada para criação, revisão e submissão de manuscritos científicos.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Suporta colaboração, reprodutibilidade e automação de análise de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2 — Estrutura do Repositório (visão geral)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manuscript_unified/: manuscritos, apresentações e pacote de submissão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code_unified/: código-fonte e recursos de desenvolvimento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data/: conjuntos processados e metadados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operations_devops/: infraestrutura e automação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presentation/: materiais e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3 — Principais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Organização modular e documentação centralizada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Ferramentas para reorganização e melhoria de manuscritos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Pipelines de processamento e análise de dados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Automação de DevOps e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4 — Como Começar (rápido)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1. Abrir os READMEs e os arquivos QUICK_START nas pastas principais</a:t>
            </a:r>
          </a:p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2. Explorar `code_unified/app_codebase/` para a lógica principal</a:t>
            </a:r>
          </a:p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3. Ativar ambiente virtual e seguir instruções de `code_unified/DEVELOPER_QUICK_START.md`</a:t>
            </a:r>
          </a:p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Comandos úteis: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# ativar venv (Windows PowerShell)</a:t>
            </a:r>
            <a:br/>
            <a:r>
              <a:t>&amp; .venv\\Scripts\\Activate.ps1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5 — Destaques 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Facilita edição colaborativa e rastreabilidade de mudanças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Integra dados, código e manuscritos num fluxo reprodutível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Pronto para gerar artefatos de submissão (LaTeX, bibliography)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6 —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Consolidar resultados experimentais e revisão de texto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Adicionar visuais (gráficos, mapas, imagens) aos slides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Preparar roteiro de submissão e checklist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Slide 7 — Contato &amp; Contribuição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Contribuições via PRs e issues no repositório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Consulte o README principal para contatos dos mantenedores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>
                <a:solidFill>
                  <a:srgbClr val="FFFFFF"/>
                </a:solidFill>
                <a:latin typeface="Arial"/>
              </a:defRPr>
            </a:pPr>
            <a:r>
              <a:t>_Versão curta para apresentação._ Para uma versão com gráficos e exportação para PowerPoint, posso gerar um arquivo `.pptx` ou um tema Marp se desejar.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